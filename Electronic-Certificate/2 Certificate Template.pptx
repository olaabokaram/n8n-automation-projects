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[NAME]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[DATE]</a:t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49475" y="39917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[ID]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